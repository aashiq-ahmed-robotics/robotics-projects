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DM Sans Medium" pitchFamily="2" charset="0"/>
      <p:regular r:id="rId11"/>
    </p:embeddedFont>
    <p:embeddedFont>
      <p:font typeface="Inter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815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157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Maze Solver Robot: Navigating with Dijkstra's Algorithm</a:t>
            </a:r>
            <a:endParaRPr lang="en-US" sz="44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E45A60-34FD-6DBB-1EE9-5BD4CC261360}"/>
              </a:ext>
            </a:extLst>
          </p:cNvPr>
          <p:cNvSpPr/>
          <p:nvPr/>
        </p:nvSpPr>
        <p:spPr>
          <a:xfrm>
            <a:off x="12779298" y="7660888"/>
            <a:ext cx="1694985" cy="457200"/>
          </a:xfrm>
          <a:prstGeom prst="rect">
            <a:avLst/>
          </a:prstGeom>
          <a:solidFill>
            <a:srgbClr val="2D31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96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Concept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9857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Maze as a Graph: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6640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intersection or cell = </a:t>
            </a: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062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Paths between them = </a:t>
            </a: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edges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weights (usually 1 for simple mazes)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092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Dijkstra’s Algorithm: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93790" y="55747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Finds the </a:t>
            </a: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shortest path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a source node to all other nodes.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0169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a </a:t>
            </a: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queue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(or array in Arduino) to track the minimum cost.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D8A2CC-327F-BCBC-1F48-357A75B60108}"/>
              </a:ext>
            </a:extLst>
          </p:cNvPr>
          <p:cNvSpPr/>
          <p:nvPr/>
        </p:nvSpPr>
        <p:spPr>
          <a:xfrm>
            <a:off x="12779298" y="7660888"/>
            <a:ext cx="1694985" cy="457200"/>
          </a:xfrm>
          <a:prstGeom prst="rect">
            <a:avLst/>
          </a:prstGeom>
          <a:solidFill>
            <a:srgbClr val="2D31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328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136" y="3090029"/>
            <a:ext cx="9252109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Adapting Dijkstra's for Maze Navigation</a:t>
            </a:r>
            <a:endParaRPr lang="en-US" sz="3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26087" y="4229576"/>
            <a:ext cx="2918579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Mapping Maze Structure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2026087" y="4667607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the maze structure to the algorithm's graph representation.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26087" y="5445323"/>
            <a:ext cx="2557701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Algorithm Adaptation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2026087" y="5883354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 the algorithm to the robot's sensor input and movement capabilities.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26087" y="6661071"/>
            <a:ext cx="278546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Real-World Constraints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2026087" y="7099102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sensor noise and imperfect turns.</a:t>
            </a:r>
            <a:endParaRPr lang="en-US" sz="15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449471-D0A8-C4BB-992E-4708BE270F2B}"/>
              </a:ext>
            </a:extLst>
          </p:cNvPr>
          <p:cNvSpPr/>
          <p:nvPr/>
        </p:nvSpPr>
        <p:spPr>
          <a:xfrm>
            <a:off x="12779298" y="7660888"/>
            <a:ext cx="1694985" cy="457200"/>
          </a:xfrm>
          <a:prstGeom prst="rect">
            <a:avLst/>
          </a:prstGeom>
          <a:solidFill>
            <a:srgbClr val="2D31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85323"/>
            <a:ext cx="61806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Hardware Components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634264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428053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Arduino UNO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4918472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motors and sensors.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304" y="3634264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4428053"/>
            <a:ext cx="229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Sensors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12304" y="4918472"/>
            <a:ext cx="22920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 the maze using ir sensors.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538" y="3634264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4538" y="4428053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Motor Drivers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4538" y="4918472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movement with DC motors.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2E5616-40FB-7003-57FA-105DDFBE35EC}"/>
              </a:ext>
            </a:extLst>
          </p:cNvPr>
          <p:cNvSpPr/>
          <p:nvPr/>
        </p:nvSpPr>
        <p:spPr>
          <a:xfrm>
            <a:off x="12779298" y="7660888"/>
            <a:ext cx="1694985" cy="457200"/>
          </a:xfrm>
          <a:prstGeom prst="rect">
            <a:avLst/>
          </a:prstGeom>
          <a:solidFill>
            <a:srgbClr val="2D31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67629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Software Implementation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167" y="3076337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849047"/>
            <a:ext cx="19548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Language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3339465"/>
            <a:ext cx="19548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C++ (Arduino IDE)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65696B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4496633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759762"/>
            <a:ext cx="34853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Adjacency matrix, priority queue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65696B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011" y="5916930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689640"/>
            <a:ext cx="27815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Control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6180058"/>
            <a:ext cx="27815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PID for smooth movement</a:t>
            </a: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CA3E8C-48DB-8732-5C82-74E06F0030AF}"/>
              </a:ext>
            </a:extLst>
          </p:cNvPr>
          <p:cNvSpPr/>
          <p:nvPr/>
        </p:nvSpPr>
        <p:spPr>
          <a:xfrm>
            <a:off x="12779298" y="7660888"/>
            <a:ext cx="1694985" cy="457200"/>
          </a:xfrm>
          <a:prstGeom prst="rect">
            <a:avLst/>
          </a:prstGeom>
          <a:solidFill>
            <a:srgbClr val="2D31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337" y="7829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Circuit Diagram</a:t>
            </a:r>
            <a:endParaRPr lang="en-US" sz="44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C0E749-3B1E-3FD6-2979-9A86BC82CD2C}"/>
              </a:ext>
            </a:extLst>
          </p:cNvPr>
          <p:cNvSpPr/>
          <p:nvPr/>
        </p:nvSpPr>
        <p:spPr>
          <a:xfrm>
            <a:off x="12779298" y="7660888"/>
            <a:ext cx="1694985" cy="457200"/>
          </a:xfrm>
          <a:prstGeom prst="rect">
            <a:avLst/>
          </a:prstGeom>
          <a:solidFill>
            <a:srgbClr val="2D31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1106C4-D43C-1632-8C2D-C1110548C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242" y="1784094"/>
            <a:ext cx="10571915" cy="58767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2999" y="5400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Block Diagram</a:t>
            </a:r>
            <a:endParaRPr lang="en-US" sz="44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A9957F-5D62-AD6E-876A-391F3106C689}"/>
              </a:ext>
            </a:extLst>
          </p:cNvPr>
          <p:cNvSpPr/>
          <p:nvPr/>
        </p:nvSpPr>
        <p:spPr>
          <a:xfrm>
            <a:off x="12779298" y="7660888"/>
            <a:ext cx="1694985" cy="457200"/>
          </a:xfrm>
          <a:prstGeom prst="rect">
            <a:avLst/>
          </a:prstGeom>
          <a:solidFill>
            <a:srgbClr val="2D31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DC982-F2ED-0FAF-97F3-F29D01CB2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75" y="1355437"/>
            <a:ext cx="10458450" cy="6334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4635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512475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maze-solving robot using </a:t>
            </a: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Dijkstra's algorithm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efficiently navigates from a starting point to the goal by calculating the </a:t>
            </a: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shortest path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a grid-like environment. By modeling the maze as a graph of nodes and edges, the robot makes intelligent decisions rather than relying on brute-force or random movement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4029A4-4BFB-FA95-A8C6-43708B1D2BA6}"/>
              </a:ext>
            </a:extLst>
          </p:cNvPr>
          <p:cNvSpPr/>
          <p:nvPr/>
        </p:nvSpPr>
        <p:spPr>
          <a:xfrm>
            <a:off x="12779298" y="7660888"/>
            <a:ext cx="1694985" cy="457200"/>
          </a:xfrm>
          <a:prstGeom prst="rect">
            <a:avLst/>
          </a:prstGeom>
          <a:solidFill>
            <a:srgbClr val="2D31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216</Words>
  <Application>Microsoft Office PowerPoint</Application>
  <PresentationFormat>Custom</PresentationFormat>
  <Paragraphs>41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Inter</vt:lpstr>
      <vt:lpstr>DM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Aashiq .__. Ahmed</cp:lastModifiedBy>
  <cp:revision>2</cp:revision>
  <dcterms:created xsi:type="dcterms:W3CDTF">2025-04-11T04:47:11Z</dcterms:created>
  <dcterms:modified xsi:type="dcterms:W3CDTF">2025-04-11T04:51:58Z</dcterms:modified>
</cp:coreProperties>
</file>