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Anton" pitchFamily="2" charset="0"/>
      <p:regular r:id="rId9"/>
    </p:embeddedFont>
    <p:embeddedFont>
      <p:font typeface="Fira Sans" panose="020B0503050000020004" pitchFamily="34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93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13432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kern="0" spc="-62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Inventory Control Robot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3484721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kern="0" spc="-36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BY: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4030147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AASHIQ AHMED A - URK22RA2022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3790" y="4575572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VENGADESH S - URK22RA2028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3790" y="5120997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SUKESAN EG - URK22RA2005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554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kern="0" spc="-4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Objective and Purpose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69343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objective is to build a cost-effective and reliable inventory control robot that utilizes a Raspberry Pi Pico for its computational power. This robot will be used for various tasks like inventory counting, stock management, and warehouse organization.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67596" y="36044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5" name="Text 3"/>
          <p:cNvSpPr/>
          <p:nvPr/>
        </p:nvSpPr>
        <p:spPr>
          <a:xfrm>
            <a:off x="939879" y="3709302"/>
            <a:ext cx="10906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kern="0" spc="-27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04712" y="3581876"/>
            <a:ext cx="34592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Efficient Inventory Management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4712" y="4426625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Accurately track stock levels in real-time, reducing inventory discrepancies.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90768" y="358187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9" name="Text 7"/>
          <p:cNvSpPr/>
          <p:nvPr/>
        </p:nvSpPr>
        <p:spPr>
          <a:xfrm>
            <a:off x="5363527" y="3666887"/>
            <a:ext cx="1647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kern="0" spc="-27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927884" y="3581876"/>
            <a:ext cx="34592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Improved Warehouse Operations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27884" y="4426625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Minimize manual labor and human error, optimizing warehouse workflows.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13939" y="358187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9786699" y="3666887"/>
            <a:ext cx="1647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kern="0" spc="-27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351055" y="35818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Data-Driven Insights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351055" y="4072295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Collect valuable data about inventory usage and patterns, enabling smarter decisions.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9EF560-19BF-139D-BBA7-0F2598A45F4A}"/>
              </a:ext>
            </a:extLst>
          </p:cNvPr>
          <p:cNvSpPr/>
          <p:nvPr/>
        </p:nvSpPr>
        <p:spPr>
          <a:xfrm>
            <a:off x="12790449" y="7732226"/>
            <a:ext cx="1761892" cy="453510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973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kern="0" spc="-4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Block Diagram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6B0C5B-F016-4833-A89F-F88B7497E094}"/>
              </a:ext>
            </a:extLst>
          </p:cNvPr>
          <p:cNvSpPr/>
          <p:nvPr/>
        </p:nvSpPr>
        <p:spPr>
          <a:xfrm>
            <a:off x="5472461" y="2804531"/>
            <a:ext cx="3685478" cy="14552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RASPBERRY PI PICO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9A791E-C7D7-EC9E-3130-2F303416313A}"/>
              </a:ext>
            </a:extLst>
          </p:cNvPr>
          <p:cNvSpPr/>
          <p:nvPr/>
        </p:nvSpPr>
        <p:spPr>
          <a:xfrm>
            <a:off x="1014761" y="1962615"/>
            <a:ext cx="2497873" cy="13381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CAMERA 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7720B4-64D6-A637-10BA-253848C7B44E}"/>
              </a:ext>
            </a:extLst>
          </p:cNvPr>
          <p:cNvSpPr/>
          <p:nvPr/>
        </p:nvSpPr>
        <p:spPr>
          <a:xfrm>
            <a:off x="1014761" y="4877396"/>
            <a:ext cx="2497873" cy="13895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BLUETOOTH MODULE</a:t>
            </a:r>
          </a:p>
          <a:p>
            <a:pPr algn="ctr"/>
            <a:r>
              <a:rPr lang="en-IN" dirty="0"/>
              <a:t>(HC-05)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EB46C0-66BB-C652-1CC8-B5E5CBC25D7B}"/>
              </a:ext>
            </a:extLst>
          </p:cNvPr>
          <p:cNvSpPr/>
          <p:nvPr/>
        </p:nvSpPr>
        <p:spPr>
          <a:xfrm>
            <a:off x="11641874" y="1806498"/>
            <a:ext cx="2497873" cy="13184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MOTOR SHIELD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8D3E13-87E0-CEF8-A185-8F27362A47BB}"/>
              </a:ext>
            </a:extLst>
          </p:cNvPr>
          <p:cNvSpPr/>
          <p:nvPr/>
        </p:nvSpPr>
        <p:spPr>
          <a:xfrm>
            <a:off x="11641874" y="4877396"/>
            <a:ext cx="2609385" cy="1389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MOTORS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E289FB-D616-82DF-3F3C-AA1BA3EA57C9}"/>
              </a:ext>
            </a:extLst>
          </p:cNvPr>
          <p:cNvSpPr/>
          <p:nvPr/>
        </p:nvSpPr>
        <p:spPr>
          <a:xfrm>
            <a:off x="5517762" y="6501161"/>
            <a:ext cx="3594875" cy="12310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SYSTEM 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9448BA1-F114-9A44-F233-A5A4D9718E90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3512634" y="2631688"/>
            <a:ext cx="1959827" cy="90046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A96AE12-F7AB-707F-B287-E0D3047490E1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512634" y="3929930"/>
            <a:ext cx="1959827" cy="164226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20E8C4-61A5-E2A3-45D6-007DF2DC691D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7315200" y="4259766"/>
            <a:ext cx="0" cy="22413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FCBF8D5-FF3A-BDB8-DAA8-DA14FD1A4729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9157939" y="2465701"/>
            <a:ext cx="2483935" cy="10664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5B27B70-60DB-5519-0A35-291FCAD848F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2946567" y="3124904"/>
            <a:ext cx="0" cy="17524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52CBB523-C086-F8EE-81F2-85C18EB063EE}"/>
              </a:ext>
            </a:extLst>
          </p:cNvPr>
          <p:cNvSpPr/>
          <p:nvPr/>
        </p:nvSpPr>
        <p:spPr>
          <a:xfrm>
            <a:off x="6874726" y="5143499"/>
            <a:ext cx="880946" cy="473928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5CB0154-448A-E917-67AB-55A28B8AB50C}"/>
              </a:ext>
            </a:extLst>
          </p:cNvPr>
          <p:cNvSpPr/>
          <p:nvPr/>
        </p:nvSpPr>
        <p:spPr>
          <a:xfrm>
            <a:off x="12790449" y="7732226"/>
            <a:ext cx="1761892" cy="453510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410" y="590399"/>
            <a:ext cx="79196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kern="0" spc="-4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Key Components and Specifications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809031" y="2151131"/>
            <a:ext cx="13042821" cy="3992642"/>
          </a:xfrm>
          <a:prstGeom prst="roundRect">
            <a:avLst>
              <a:gd name="adj" fmla="val 85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030" y="215875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43465" y="230246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Component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61065" y="230246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Specification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16651" y="280907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43465" y="295277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Raspberry Pi Pico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61065" y="295277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Dual-core ARM processor, 264KB RAM, 2MB flash memory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16651" y="345939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43465" y="360309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Motor Driver Shield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61065" y="360309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Control the speed and direction of the robot's movement.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16651" y="4109710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43465" y="425341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Camera Module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61065" y="4253418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Capable of capturing images and videos, used for barcode scanning and navigation.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16651" y="5122931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43465" y="526664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Bluetooth Module (HC-05/HC-06)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61065" y="5266640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Enables wireless communication with other devices, allowing for remote control and data transfer.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063F62-9641-9809-B288-45A30CC3FC3C}"/>
              </a:ext>
            </a:extLst>
          </p:cNvPr>
          <p:cNvSpPr/>
          <p:nvPr/>
        </p:nvSpPr>
        <p:spPr>
          <a:xfrm>
            <a:off x="12790449" y="7732226"/>
            <a:ext cx="1761892" cy="453510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614482"/>
            <a:ext cx="8552855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350" kern="0" spc="-44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Operational Workflow and Functionality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26" y="2255758"/>
            <a:ext cx="1116449" cy="17864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32898" y="2479000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Object Detection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232898" y="2961799"/>
            <a:ext cx="116159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3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robot uses its camera module to detect objects, identifying inventory items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26" y="4042172"/>
            <a:ext cx="1116449" cy="17864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32898" y="4265414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Data Processing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2232898" y="4748213"/>
            <a:ext cx="116159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3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Raspberry Pi Pico processes the detected data, updating inventory records and identifying any discrepancies.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26" y="5828586"/>
            <a:ext cx="1116449" cy="17864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32898" y="6051828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kern="0" spc="-22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Inventory Management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2232898" y="6534626"/>
            <a:ext cx="116159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3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number of inventory objects will be counted and data will be sent to system which will be used to manage the inventory. 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7F7FC9-E607-48A1-734E-771D62F48762}"/>
              </a:ext>
            </a:extLst>
          </p:cNvPr>
          <p:cNvSpPr/>
          <p:nvPr/>
        </p:nvSpPr>
        <p:spPr>
          <a:xfrm>
            <a:off x="12790449" y="7732226"/>
            <a:ext cx="1761892" cy="453510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79905" y="48236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6600" kern="0" spc="-4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0465E-F6C3-D330-6195-7F51D8671D6D}"/>
              </a:ext>
            </a:extLst>
          </p:cNvPr>
          <p:cNvSpPr/>
          <p:nvPr/>
        </p:nvSpPr>
        <p:spPr>
          <a:xfrm>
            <a:off x="12790449" y="7732226"/>
            <a:ext cx="1761892" cy="453510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268</Words>
  <Application>Microsoft Office PowerPoint</Application>
  <PresentationFormat>Custom</PresentationFormat>
  <Paragraphs>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Fira Sans</vt:lpstr>
      <vt:lpstr>Arial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Aashiq .__. Ahmed</cp:lastModifiedBy>
  <cp:revision>3</cp:revision>
  <dcterms:created xsi:type="dcterms:W3CDTF">2024-09-19T08:38:59Z</dcterms:created>
  <dcterms:modified xsi:type="dcterms:W3CDTF">2024-09-19T06:33:53Z</dcterms:modified>
</cp:coreProperties>
</file>